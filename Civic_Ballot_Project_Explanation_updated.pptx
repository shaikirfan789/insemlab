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0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95AF59A-40EB-4713-93A0-2FC0F01DD056}">
          <p14:sldIdLst>
            <p14:sldId id="256"/>
            <p14:sldId id="257"/>
            <p14:sldId id="258"/>
            <p14:sldId id="270"/>
            <p14:sldId id="271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B45A2-37B5-4BA7-AB0C-634B2D797D6F}" v="1" dt="2026-10-01T06:59:28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3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fan Shaik" userId="fc93262d6a7b61da" providerId="LiveId" clId="{4DA98504-FAB4-40F9-8BA8-1F11B6597D0B}"/>
    <pc:docChg chg="undo custSel modSld addSection">
      <pc:chgData name="Irfan Shaik" userId="fc93262d6a7b61da" providerId="LiveId" clId="{4DA98504-FAB4-40F9-8BA8-1F11B6597D0B}" dt="2026-10-01T07:04:17.639" v="207" actId="1076"/>
      <pc:docMkLst>
        <pc:docMk/>
      </pc:docMkLst>
      <pc:sldChg chg="addSp modSp mod">
        <pc:chgData name="Irfan Shaik" userId="fc93262d6a7b61da" providerId="LiveId" clId="{4DA98504-FAB4-40F9-8BA8-1F11B6597D0B}" dt="2026-10-01T07:04:17.639" v="207" actId="1076"/>
        <pc:sldMkLst>
          <pc:docMk/>
          <pc:sldMk cId="0" sldId="256"/>
        </pc:sldMkLst>
        <pc:spChg chg="add mod">
          <ac:chgData name="Irfan Shaik" userId="fc93262d6a7b61da" providerId="LiveId" clId="{4DA98504-FAB4-40F9-8BA8-1F11B6597D0B}" dt="2026-10-01T07:03:18.201" v="198" actId="20577"/>
          <ac:spMkLst>
            <pc:docMk/>
            <pc:sldMk cId="0" sldId="256"/>
            <ac:spMk id="19" creationId="{EA6D128E-0FDB-E468-B7AC-9C56A07F1337}"/>
          </ac:spMkLst>
        </pc:spChg>
        <pc:picChg chg="add mod">
          <ac:chgData name="Irfan Shaik" userId="fc93262d6a7b61da" providerId="LiveId" clId="{4DA98504-FAB4-40F9-8BA8-1F11B6597D0B}" dt="2026-10-01T07:04:17.639" v="207" actId="1076"/>
          <ac:picMkLst>
            <pc:docMk/>
            <pc:sldMk cId="0" sldId="256"/>
            <ac:picMk id="21" creationId="{0C36618B-5B65-0E15-2924-6DD7D01A53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94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0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6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68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111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9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93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587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86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00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09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3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79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24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90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500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377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5321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49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526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77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32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731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4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642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135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15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online-voting-systems-security-challenges-road-ahead-shaik-irfan-tb3uf/" TargetMode="External"/><Relationship Id="rId2" Type="http://schemas.openxmlformats.org/officeDocument/2006/relationships/hyperlink" Target="https://github.com/ShaikIrfan789/online_voting" TargetMode="Externa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8915400" y="640080"/>
            <a:ext cx="2468880" cy="2468880"/>
          </a:xfrm>
          <a:prstGeom prst="ellipse">
            <a:avLst/>
          </a:prstGeom>
          <a:noFill/>
          <a:ln w="63500">
            <a:solidFill>
              <a:srgbClr val="E4D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182548"/>
          </a:solidFill>
          <a:ln w="25400">
            <a:solidFill>
              <a:srgbClr val="B08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B08D4F"/>
                </a:solidFill>
                <a:latin typeface="Aptos Display"/>
              </a:defRPr>
            </a:pPr>
            <a:r>
              <a:t>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82548"/>
                </a:solidFill>
                <a:latin typeface="Aptos Display"/>
              </a:defRPr>
            </a:pPr>
            <a:r>
              <a:t>Civic Ballot</a:t>
            </a:r>
          </a:p>
          <a:p>
            <a:pPr>
              <a:defRPr sz="2700">
                <a:solidFill>
                  <a:srgbClr val="A5303A"/>
                </a:solidFill>
                <a:latin typeface="Aptos"/>
              </a:defRPr>
            </a:pPr>
            <a:r>
              <a:t>Secure Online Voting System</a:t>
            </a:r>
          </a:p>
          <a:p>
            <a:pPr>
              <a:defRPr sz="1700">
                <a:solidFill>
                  <a:srgbClr val="5B6478"/>
                </a:solidFill>
                <a:latin typeface="Aptos"/>
              </a:defRPr>
            </a:pPr>
            <a:r>
              <a:t>Project Explanation – Simple 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886200"/>
            <a:ext cx="73152" cy="141732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Main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1" y="4352543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 dirty="0"/>
              <a:t>A web-based voting demo where voters can log in, choose a candidate, submit a ballot, and receive a receipt.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86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3886200"/>
            <a:ext cx="73152" cy="141732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Two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4393692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 dirty="0"/>
              <a:t>Voter: casts a vote and checks results. Admin: manages the election, voters, candidates, results, and audit trail.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862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3886200"/>
            <a:ext cx="73152" cy="14173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4050791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Security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507992"/>
            <a:ext cx="295351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rPr dirty="0"/>
              <a:t>The demo uses SHA-256 hashes and chained audit records to show vote integrity and tamper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128E-0FDB-E468-B7AC-9C56A07F1337}"/>
              </a:ext>
            </a:extLst>
          </p:cNvPr>
          <p:cNvSpPr txBox="1"/>
          <p:nvPr/>
        </p:nvSpPr>
        <p:spPr>
          <a:xfrm>
            <a:off x="768096" y="5468111"/>
            <a:ext cx="8552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Goutham         --          2500030402</a:t>
            </a:r>
          </a:p>
          <a:p>
            <a:r>
              <a:rPr lang="en-US" dirty="0">
                <a:latin typeface="Aptos" panose="020B0004020202020204" pitchFamily="34" charset="0"/>
              </a:rPr>
              <a:t> Irfan                  --           2500030913</a:t>
            </a:r>
          </a:p>
          <a:p>
            <a:r>
              <a:rPr lang="en-US" dirty="0">
                <a:latin typeface="Aptos" panose="020B0004020202020204" pitchFamily="34" charset="0"/>
              </a:rPr>
              <a:t>Chaithanya    --           2500031199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36618B-5B65-0E15-2924-6DD7D01A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560071"/>
            <a:ext cx="2992755" cy="2766059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What is Civic Ballot?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Civic Ballot is a secure online voting demonstration.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It provides separate login areas for voters and administrators.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Voters can select one candidate and submit a ballot.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After voting, the system creates a receipt with a SHA-256 hash.</a:t>
            </a:r>
          </a:p>
          <a:p>
            <a:pPr>
              <a:spcAft>
                <a:spcPts val="1200"/>
              </a:spcAft>
              <a:defRPr sz="2000">
                <a:solidFill>
                  <a:srgbClr val="333B52"/>
                </a:solidFill>
                <a:latin typeface="Aptos"/>
              </a:defRPr>
            </a:pPr>
            <a:r>
              <a:t>Administrators can manage the election and view the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2588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325880"/>
            <a:ext cx="73152" cy="132588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1490472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47672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t>The default election is “2026 General Election” and can be changed by the admin.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8036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80360"/>
            <a:ext cx="73152" cy="132588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3044952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Candidates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502152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t>The demo starts with three candidates and allows the admin to add more.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3484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34840"/>
            <a:ext cx="73152" cy="132588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90688" y="4599431"/>
            <a:ext cx="3456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548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5056631"/>
            <a:ext cx="345643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B52"/>
                </a:solidFill>
                <a:latin typeface="Aptos"/>
              </a:defRPr>
            </a:pPr>
            <a:r>
              <a:t>Vote counts and turnout are calculated from submitted ballots.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Problem and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452628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07592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491947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t>Traditional voting can require physical polling places, manual counting, and paper records. An online system needs strong identity checks, vote integrity, clear results, and an audit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452628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307592"/>
            <a:ext cx="49194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64792"/>
            <a:ext cx="491947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• Provide easy voter login</a:t>
            </a:r>
            <a:br/>
            <a:r>
              <a:t>• Allow one ballot per registered voter</a:t>
            </a:r>
            <a:br/>
            <a:r>
              <a:t>• Record votes and show live tally</a:t>
            </a:r>
            <a:br/>
            <a:r>
              <a:t>• Give the voter a verification receipt</a:t>
            </a:r>
            <a:br/>
            <a:r>
              <a:t>• Keep an audit trail using chained SHA-256 hashes</a:t>
            </a:r>
            <a:br/>
            <a:r>
              <a:t>• Give administrators control over the 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3. Existing Online Voting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ElectionBuddy – Secure online elections with email/SMS notifications and different voting options.</a:t>
            </a:r>
          </a:p>
          <a:p>
            <a:pPr>
              <a:defRPr sz="2000"/>
            </a:pPr>
            <a:r>
              <a:t>Simply Voting – Hosted online voting used by organizations such as universities and municipalities.</a:t>
            </a:r>
          </a:p>
          <a:p>
            <a:pPr>
              <a:defRPr sz="2000"/>
            </a:pPr>
            <a:r>
              <a:t>Polyas – Uses encryption and mathematical methods to help make online voting secure.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What Civic Ballot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Prevents Unauthorized Voting – Only admin-approved email addresses can register, with a 6-digit OTP for verification.</a:t>
            </a:r>
          </a:p>
          <a:p>
            <a:pPr>
              <a:defRPr sz="2000"/>
            </a:pPr>
            <a:r>
              <a:t>Makes Voting More Transparent – A SHA-256 hash receipt helps the voter verify that the ballot was recorded.</a:t>
            </a:r>
          </a:p>
          <a:p>
            <a:pPr>
              <a:defRPr sz="2000"/>
            </a:pPr>
            <a:r>
              <a:t>Prevents Admin Misuse – Important admin actions are recorded using a chained hash audit trail.</a:t>
            </a:r>
          </a:p>
          <a:p>
            <a:pPr>
              <a:defRPr sz="2000"/>
            </a:pPr>
            <a:r>
              <a:t>Makes Voting Convenient – Users can vote remotely from a phone, laptop, or other device. Vote changes can be allowed before the election closes.</a:t>
            </a:r>
          </a:p>
          <a:p>
            <a:pPr>
              <a:defRPr sz="2000"/>
            </a:pPr>
            <a:r>
              <a:t>Reduces Counting Errors – Votes are counted automatically, saving time and reducing manual counting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System Users and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Who uses the system?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30759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Voter Module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6479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t>1. Voter login</a:t>
            </a:r>
            <a:br/>
            <a:r>
              <a:t>2. View official ballot</a:t>
            </a:r>
            <a:br/>
            <a:r>
              <a:t>3. Select a candidate</a:t>
            </a:r>
            <a:br/>
            <a:r>
              <a:t>4. Seal and submit vote</a:t>
            </a:r>
            <a:br/>
            <a:r>
              <a:t>5. View voting receipt</a:t>
            </a:r>
            <a:br/>
            <a:r>
              <a:t>6. View live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4300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143000"/>
            <a:ext cx="73152" cy="44805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30759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Admin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6479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B52"/>
                </a:solidFill>
                <a:latin typeface="Aptos"/>
              </a:defRPr>
            </a:pPr>
            <a:r>
              <a:t>1. Admin login</a:t>
            </a:r>
            <a:br/>
            <a:r>
              <a:t>2. Election setup and schedule</a:t>
            </a:r>
            <a:br/>
            <a:r>
              <a:t>3. Add candidates</a:t>
            </a:r>
            <a:br/>
            <a:r>
              <a:t>4. Register voters</a:t>
            </a:r>
            <a:br/>
            <a:r>
              <a:t>5. View results and turnout</a:t>
            </a:r>
            <a:br/>
            <a:r>
              <a:t>6. Announce results</a:t>
            </a:r>
            <a:br/>
            <a:r>
              <a:t>7. View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How the System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Main voting flow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685887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31" y="227685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 dirty="0"/>
              <a:t>Voter enters Voter ID and password.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377440" y="1645920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dirty="0"/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Open ballot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7064" y="227744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rPr dirty="0"/>
              <a:t>System checks that polls are open and voter has not voted.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77739" y="1719071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9" y="2797276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t>Voter chooses one candidate.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0" y="2130552"/>
            <a:ext cx="484632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963156" y="1682495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Submit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221991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t>Vote data is hashed with a random salt and stored.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19" y="2130552"/>
            <a:ext cx="484633" cy="0"/>
          </a:xfrm>
          <a:prstGeom prst="line">
            <a:avLst/>
          </a:prstGeom>
          <a:ln w="25400">
            <a:solidFill>
              <a:srgbClr val="B08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194292" y="1709928"/>
            <a:ext cx="502920" cy="502920"/>
          </a:xfrm>
          <a:prstGeom prst="ellipse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1865376"/>
            <a:ext cx="1435607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 Display"/>
              </a:defRPr>
            </a:pPr>
            <a:r>
              <a:t>Receipt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221991"/>
            <a:ext cx="143560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478"/>
                </a:solidFill>
                <a:latin typeface="Aptos"/>
              </a:defRPr>
            </a:pPr>
            <a:r>
              <a:t>System shows a receipt hash and timestamp.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31920"/>
            <a:ext cx="10332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931920"/>
            <a:ext cx="73152" cy="14173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096511"/>
            <a:ext cx="99486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Important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553712"/>
            <a:ext cx="994867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A voter who has already voted cannot submit another ballot. The system marks hasVoted = true after submission.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5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FB0315D-9137-496D-A9FF-273C9F5A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Voter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What the voter can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6400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6400800" cy="5943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197864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2026 General Election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1874519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85623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t>Amara Osei</a:t>
            </a:r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t>Civic Unity Party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34639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816351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t>Daniel Reyes</a:t>
            </a:r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t>Progress Alliance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794760"/>
            <a:ext cx="256032" cy="256032"/>
          </a:xfrm>
          <a:prstGeom prst="ellipse">
            <a:avLst/>
          </a:prstGeom>
          <a:noFill/>
          <a:ln w="25400">
            <a:solidFill>
              <a:srgbClr val="5B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3776472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548"/>
                </a:solidFill>
                <a:latin typeface="Aptos"/>
              </a:defRPr>
            </a:pPr>
            <a:r>
              <a:t>Meera Kapoor</a:t>
            </a:r>
          </a:p>
          <a:p>
            <a:pPr>
              <a:defRPr sz="1100">
                <a:solidFill>
                  <a:srgbClr val="5B6478"/>
                </a:solidFill>
                <a:latin typeface="Aptos"/>
              </a:defRPr>
            </a:pPr>
            <a:r>
              <a:t>Independent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5257800"/>
            <a:ext cx="1828800" cy="502920"/>
          </a:xfrm>
          <a:prstGeom prst="round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Seal &amp; submit vote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28016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Voter login uses a Voter ID and password.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The ballot shows the candidate name and party/description.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The submit button becomes available after a candidate is selected.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After submission, the voter can open “My Receipt”.</a:t>
            </a:r>
          </a:p>
          <a:p>
            <a:pPr>
              <a:spcAft>
                <a:spcPts val="1200"/>
              </a:spcAft>
              <a:defRPr sz="1700">
                <a:solidFill>
                  <a:srgbClr val="333B52"/>
                </a:solidFill>
                <a:latin typeface="Aptos"/>
              </a:defRPr>
            </a:pPr>
            <a:r>
              <a:t>The voter can also view live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Admin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Election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51560"/>
            <a:ext cx="73152" cy="1874519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Election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Change election name, open/close status, and voting 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515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051560"/>
            <a:ext cx="73152" cy="1874519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Candidate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Add a candidate or proposal with a party or description.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5156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051560"/>
            <a:ext cx="73152" cy="1874519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16151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Voter Registry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73352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Register voters with a Voter ID and temporary password.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73152" cy="1874519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Results &amp; Tally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See ballots cast, registered voters, turnout, and votes per candidate.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2461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246120"/>
            <a:ext cx="73152" cy="1874519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44568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Announce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Admin can mark the results as certified and announced to voters.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246120"/>
            <a:ext cx="35204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246120"/>
            <a:ext cx="73152" cy="1874519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3410712"/>
            <a:ext cx="3136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867911"/>
            <a:ext cx="31363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Shows registrations, settings changes, logins, and ballot submissions.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Security and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How trust is demonstrated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73152" cy="192024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SHA-256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project uses the Web Crypto API to calculate a SHA-256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05156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5968" y="1051560"/>
            <a:ext cx="73152" cy="192024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Salted Vote Hash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submitted vote is combined with voter ID, time, and a random salt before hashing.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51560"/>
            <a:ext cx="35661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051560"/>
            <a:ext cx="73152" cy="192024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216151"/>
            <a:ext cx="31821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73352"/>
            <a:ext cx="318211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voter receives the hash and timestamp as proof that the ballot was recorded.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429000"/>
            <a:ext cx="4297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08760" y="3429000"/>
            <a:ext cx="73152" cy="182880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09928" y="3593592"/>
            <a:ext cx="3913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Chained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9928" y="4050791"/>
            <a:ext cx="39136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Each audit record stores the previous record’s hash. If an earlier record changes, the chain no longer matches.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429000"/>
            <a:ext cx="4297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55080" y="3429000"/>
            <a:ext cx="73152" cy="182880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56248" y="3593592"/>
            <a:ext cx="39136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One Vote Per Voter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4050791"/>
            <a:ext cx="3913632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B52"/>
                </a:solidFill>
                <a:latin typeface="Aptos"/>
              </a:defRPr>
            </a:pPr>
            <a:r>
              <a:t>The voter is marked as having voted after submission, so another ballot cannot be submitted in the same demo session.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Simple 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420624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Creates the pages and user interface:</a:t>
            </a:r>
            <a:br/>
            <a:br/>
            <a:r>
              <a:t>• Login screen</a:t>
            </a:r>
            <a:br/>
            <a:r>
              <a:t>• Ballot</a:t>
            </a:r>
            <a:br/>
            <a:r>
              <a:t>• Receipt</a:t>
            </a:r>
            <a:br/>
            <a:r>
              <a:t>• Results</a:t>
            </a:r>
            <a:br/>
            <a:r>
              <a:t>• Admin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1430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143000"/>
            <a:ext cx="73152" cy="420624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Controls the design and layout:</a:t>
            </a:r>
            <a:br/>
            <a:br/>
            <a:r>
              <a:t>• Colors</a:t>
            </a:r>
            <a:br/>
            <a:r>
              <a:t>• Cards</a:t>
            </a:r>
            <a:br/>
            <a:r>
              <a:t>• Buttons</a:t>
            </a:r>
            <a:br/>
            <a:r>
              <a:t>• Tables</a:t>
            </a:r>
            <a:br/>
            <a:r>
              <a:t>• Responsive layout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383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73152" cy="420624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307592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764792"/>
            <a:ext cx="2999232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Controls the application logic:</a:t>
            </a:r>
            <a:br/>
            <a:br/>
            <a:r>
              <a:t>• Login</a:t>
            </a:r>
            <a:br/>
            <a:r>
              <a:t>• Voting</a:t>
            </a:r>
            <a:br/>
            <a:r>
              <a:t>• Results</a:t>
            </a:r>
            <a:br/>
            <a:r>
              <a:t>• Voter registry</a:t>
            </a:r>
            <a:br/>
            <a:r>
              <a:t>• SHA-256 hashing</a:t>
            </a:r>
            <a:br/>
            <a:r>
              <a:t>•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9. Suggested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How to explain it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09728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261872"/>
            <a:ext cx="4828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Voter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482803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1. Open the login page.</a:t>
            </a:r>
            <a:br/>
            <a:r>
              <a:t>2. Use the demo voter credentials from the project.</a:t>
            </a:r>
            <a:br/>
            <a:r>
              <a:t>3. Select a candidate.</a:t>
            </a:r>
            <a:br/>
            <a:r>
              <a:t>4. Click “Seal &amp; submit vote”.</a:t>
            </a:r>
            <a:br/>
            <a:r>
              <a:t>5. Open “My Receipt”.</a:t>
            </a:r>
            <a:br/>
            <a:r>
              <a:t>6. Show the SHA-256 receipt hash.</a:t>
            </a:r>
            <a:br/>
            <a:r>
              <a:t>7. Open “Live Results” to show the updated tally.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73152" cy="448056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261872"/>
            <a:ext cx="48280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Admin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19072"/>
            <a:ext cx="482803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1. Log in as administrator.</a:t>
            </a:r>
            <a:br/>
            <a:r>
              <a:t>2. Open Election Setup.</a:t>
            </a:r>
            <a:br/>
            <a:r>
              <a:t>3. Show candidates and election status.</a:t>
            </a:r>
            <a:br/>
            <a:r>
              <a:t>4. Open Voter Registry.</a:t>
            </a:r>
            <a:br/>
            <a:r>
              <a:t>5. Open Results &amp; Tally.</a:t>
            </a:r>
            <a:br/>
            <a:r>
              <a:t>6. Open Audit Trail.</a:t>
            </a:r>
            <a:br/>
            <a:r>
              <a:t>7. Show that actions are recorded with hashes.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10. Advantages and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6304"/>
            <a:ext cx="3429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E4D4AC"/>
                </a:solidFill>
                <a:latin typeface="Aptos"/>
              </a:defRPr>
            </a:pPr>
            <a:r>
              <a:t>What the demo shows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4480560"/>
          </a:xfrm>
          <a:prstGeom prst="rect">
            <a:avLst/>
          </a:prstGeom>
          <a:solidFill>
            <a:srgbClr val="2F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26187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1907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33B52"/>
                </a:solidFill>
                <a:latin typeface="Aptos"/>
              </a:defRPr>
            </a:pPr>
            <a:r>
              <a:t>• Easy-to-use voter interface</a:t>
            </a:r>
            <a:br/>
            <a:r>
              <a:t>• Separate voter and admin roles</a:t>
            </a:r>
            <a:br/>
            <a:r>
              <a:t>• One-vote rule in the demo</a:t>
            </a:r>
            <a:br/>
            <a:r>
              <a:t>• Live vote counting</a:t>
            </a:r>
            <a:br/>
            <a:r>
              <a:t>• Receipt for verification</a:t>
            </a:r>
            <a:br/>
            <a:r>
              <a:t>• Tamper-evident audit chain</a:t>
            </a:r>
            <a:br/>
            <a:r>
              <a:t>• Responsive web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97280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73152" cy="44805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261872"/>
            <a:ext cx="50109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548"/>
                </a:solidFill>
                <a:latin typeface="Aptos Display"/>
              </a:defRPr>
            </a:pPr>
            <a:r>
              <a:t>Limitations of this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719072"/>
            <a:ext cx="5010912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• Data is stored only in memory and resets when the page is reloaded.</a:t>
            </a:r>
            <a:br/>
            <a:r>
              <a:t>• The code comments describe the vote hash as an “encryption” demonstration; technically, SHA-256 hashing is not encryption.</a:t>
            </a:r>
            <a:br/>
            <a:r>
              <a:t>• It is a project/demo, not a production-ready national election system.</a:t>
            </a:r>
            <a:br/>
            <a:r>
              <a:t>• A real system would need secure backend storage, stronger authentication, key management, and independent security testing.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82548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73152" cy="1965960"/>
          </a:xfrm>
          <a:prstGeom prst="rect">
            <a:avLst/>
          </a:prstGeom>
          <a:solidFill>
            <a:srgbClr val="A5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103144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82548"/>
                </a:solidFill>
                <a:latin typeface="Aptos Display"/>
              </a:defRPr>
            </a:pPr>
            <a:r>
              <a:t>In simple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50592"/>
            <a:ext cx="103144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33B52"/>
                </a:solidFill>
                <a:latin typeface="Aptos"/>
              </a:defRPr>
            </a:pPr>
            <a:r>
              <a:t>Civic Ballot is a web-based voting demonstration. A voter logs in, chooses a candidate, submits one ballot, and gets a receipt. The administrator manages the election and can check results and a tamper-evident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166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4160520"/>
            <a:ext cx="73152" cy="1188720"/>
          </a:xfrm>
          <a:prstGeom prst="rect">
            <a:avLst/>
          </a:prstGeom>
          <a:solidFill>
            <a:srgbClr val="182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4325112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782312"/>
            <a:ext cx="4782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Security + transparency + easy voting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60520"/>
            <a:ext cx="51663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4160520"/>
            <a:ext cx="73152" cy="1188720"/>
          </a:xfrm>
          <a:prstGeom prst="rect">
            <a:avLst/>
          </a:prstGeom>
          <a:solidFill>
            <a:srgbClr val="B08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4325112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548"/>
                </a:solidFill>
                <a:latin typeface="Aptos Display"/>
              </a:defRPr>
            </a:pPr>
            <a:r>
              <a:t>Project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4782312"/>
            <a:ext cx="4782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B52"/>
                </a:solidFill>
                <a:latin typeface="Aptos"/>
              </a:defRPr>
            </a:pPr>
            <a:r>
              <a:t>SHA-256 hashing + audit trail + role-based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478"/>
                </a:solidFill>
                <a:latin typeface="Aptos"/>
              </a:defRPr>
            </a:pPr>
            <a:r>
              <a:t>Civic Ballot • Secure Online Voting Demo                                     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B6478"/>
                </a:solidFill>
                <a:latin typeface="Aptos"/>
              </a:defRPr>
            </a:pPr>
            <a:r>
              <a:t>Based on the uploaded Civic Ballot HTML/JavaScript project.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14823B-83AD-6930-17DC-145B7D075C4B}"/>
              </a:ext>
            </a:extLst>
          </p:cNvPr>
          <p:cNvSpPr txBox="1"/>
          <p:nvPr/>
        </p:nvSpPr>
        <p:spPr>
          <a:xfrm>
            <a:off x="1101213" y="2106214"/>
            <a:ext cx="84164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err="1"/>
              <a:t>Github</a:t>
            </a:r>
            <a:r>
              <a:rPr lang="en-IN" sz="2200" dirty="0"/>
              <a:t> link :</a:t>
            </a:r>
            <a:endParaRPr lang="en-IN" sz="2200" dirty="0">
              <a:solidFill>
                <a:srgbClr val="00B0F0"/>
              </a:solidFill>
            </a:endParaRPr>
          </a:p>
          <a:p>
            <a:r>
              <a:rPr lang="en-IN" sz="22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https://github.com/ShaikIrfan789/online_voting</a:t>
            </a:r>
            <a:endParaRPr lang="en-IN" sz="2200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3F1304-A8AD-3D3A-4FA7-369EE683FD8A}"/>
              </a:ext>
            </a:extLst>
          </p:cNvPr>
          <p:cNvSpPr txBox="1"/>
          <p:nvPr/>
        </p:nvSpPr>
        <p:spPr>
          <a:xfrm>
            <a:off x="1101213" y="3105834"/>
            <a:ext cx="102157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err="1"/>
              <a:t>Linkedin</a:t>
            </a:r>
            <a:r>
              <a:rPr lang="en-IN" sz="2200" dirty="0"/>
              <a:t> article:</a:t>
            </a:r>
          </a:p>
          <a:p>
            <a:r>
              <a:rPr lang="en-IN" sz="22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https://www.linkedin.com/pulse/online-voting-systems-security-challenges-road-ahead-shaik-irfan-tb3uf/</a:t>
            </a:r>
            <a:endParaRPr lang="en-IN" sz="2200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6A3480-729E-0B6E-17AF-E119D6A948CF}"/>
              </a:ext>
            </a:extLst>
          </p:cNvPr>
          <p:cNvSpPr txBox="1"/>
          <p:nvPr/>
        </p:nvSpPr>
        <p:spPr>
          <a:xfrm>
            <a:off x="1101213" y="1305995"/>
            <a:ext cx="43831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Project documentation 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116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ustomer Thank You Infographic PowerPoint Template and Google Slides Theme">
            <a:extLst>
              <a:ext uri="{FF2B5EF4-FFF2-40B4-BE49-F238E27FC236}">
                <a16:creationId xmlns:a16="http://schemas.microsoft.com/office/drawing/2014/main" id="{03B49CB3-1842-27E5-4C7A-216747A9A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" y="0"/>
            <a:ext cx="12181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63268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110</TotalTime>
  <Words>1451</Words>
  <Application>Microsoft Office PowerPoint</Application>
  <PresentationFormat>Widescreen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3. Existing Online Voting Platforms</vt:lpstr>
      <vt:lpstr>4. What Civic Ballot Solves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Irfan Shaik</cp:lastModifiedBy>
  <cp:revision>5</cp:revision>
  <dcterms:created xsi:type="dcterms:W3CDTF">2013-01-27T09:14:16Z</dcterms:created>
  <dcterms:modified xsi:type="dcterms:W3CDTF">2026-10-01T09:34:41Z</dcterms:modified>
  <cp:category/>
</cp:coreProperties>
</file>